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Menlo"/>
              </a:defRPr>
            </a:pPr>
            <a:r>
              <a:t>PIPELIGHT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7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PingFang SC"/>
              </a:defRPr>
            </a:pPr>
            <a:r>
              <a:t>AI 原生的轻量级 CLI CI/CD 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696"/>
                </a:solidFill>
                <a:latin typeface="PingFang SC"/>
              </a:defRPr>
            </a:pPr>
            <a:r>
              <a:t>本地优先  |  Docker 隔离  |  LLM Harness 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0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Rust + Tokio + Bollard +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为什么需要 Pipelight?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  <a:latin typeface="PingFang SC"/>
              </a:defRPr>
            </a:pPr>
            <a:r>
              <a:t>传统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62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PingFang SC"/>
              </a:defRPr>
            </a:pPr>
            <a:r>
              <a:t>构建失败 -&gt; 输出错误日志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PingFang SC"/>
              </a:defRPr>
            </a:pPr>
            <a:r>
              <a:t>-&gt; 人工阅读日志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PingFang SC"/>
              </a:defRPr>
            </a:pPr>
            <a:r>
              <a:t>-&gt; 人工修复代码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PingFang SC"/>
              </a:defRPr>
            </a:pPr>
            <a:r>
              <a:t>-&gt; 手动重新触发流水线</a:t>
            </a:r>
          </a:p>
          <a:p>
            <a:pPr>
              <a:spcBef>
                <a:spcPts val="600"/>
              </a:spcBef>
              <a:defRPr sz="1000" b="0">
                <a:solidFill>
                  <a:srgbClr val="BBBBCC"/>
                </a:solidFill>
                <a:latin typeface="PingFang SC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777788"/>
                </a:solidFill>
                <a:latin typeface="PingFang SC"/>
              </a:defRPr>
            </a:pPr>
            <a:r>
              <a:t>笨重、依赖云端、对执行内容毫无理解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15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PingFang SC"/>
              </a:defRPr>
            </a:pPr>
            <a:r>
              <a:t>Pipelight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62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构建失败 -&gt; Claude 分析错误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-&gt; Claude 自动修复代码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-&gt; 自动重新构建 -&gt; 通过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PingFang SC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0E696"/>
                </a:solidFill>
                <a:latin typeface="PingFang SC"/>
              </a:defRPr>
            </a:pPr>
            <a:r>
              <a:t>本地优先、CLI 原生、AI 原生</a:t>
            </a:r>
          </a:p>
          <a:p>
            <a:pPr>
              <a:spcBef>
                <a:spcPts val="600"/>
              </a:spcBef>
              <a:defRPr sz="1600" b="0">
                <a:solidFill>
                  <a:srgbClr val="00E696"/>
                </a:solidFill>
                <a:latin typeface="PingFang SC"/>
              </a:defRPr>
            </a:pPr>
            <a:r>
              <a:t>LLM 是受控的执行单元，不是事后补丁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六层流水线架构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880000" cy="4680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CLI (clap)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0" y="131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解析命令: run / init / retry / status / clean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35999"/>
            <a:ext cx="2880000" cy="4680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Detector 检测器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189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策略模式: 检测项目类型、提取版本信息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411999"/>
            <a:ext cx="2880000" cy="4680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PipelineBuilder 构建器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246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StepDef trait: 生成步骤、依赖、失败策略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987999"/>
            <a:ext cx="2880000" cy="468000"/>
          </a:xfrm>
          <a:prstGeom prst="roundRect">
            <a:avLst/>
          </a:prstGeom>
          <a:solidFill>
            <a:srgbClr val="DE5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Parser 解析器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0" y="3041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YAML -&gt; Pipeline 结构体, 校验 DAG 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563999"/>
            <a:ext cx="2880000" cy="4680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Scheduler 调度器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3617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petgraph DAG -&gt; 拓扑排序 -&gt; 批次调度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139999"/>
            <a:ext cx="2880000" cy="4680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Executor 执行器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0" y="4193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bollard Docker API: 创建容器、挂载目录、收集日志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895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88"/>
                </a:solidFill>
                <a:latin typeface="Menlo"/>
              </a:defRPr>
            </a:pPr>
            <a:r>
              <a:t>init:  目录 -&gt; Detector -&gt; ProjectInfo -&gt; Builder -&gt; pipeline.yml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5147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88"/>
                </a:solidFill>
                <a:latin typeface="Menlo"/>
              </a:defRPr>
            </a:pPr>
            <a:r>
              <a:t>run:   pipeline.yml -&gt; Parser -&gt; Scheduler(DAG) -&gt; Executor(Docker) -&gt;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核心命令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2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检测项目，生成 pipeline.yml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在 Docker 容器中执行流水线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3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retry --step &lt;name&gt;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0" y="234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重试失败的步骤（同一 run-id）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status --run-id &lt;id&gt;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28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查看运行状态（tty/plain/json）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4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342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列出所有步骤和依赖关系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39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校验 pipeline.yml 语法和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5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enlo"/>
              </a:defRPr>
            </a:pPr>
            <a:r>
              <a:t>$ pipelight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45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PingFang SC"/>
              </a:defRPr>
            </a:pPr>
            <a:r>
              <a:t>清除项目产物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1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0"/>
                </a:solidFill>
                <a:latin typeface="PingFang SC"/>
              </a:defRPr>
            </a:pPr>
            <a:r>
              <a:t>输出模式:  --output tty（终端彩色）  |  plain（纯文本）  |  json（给 LLM）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pipeline.yml: 唯一真相来源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Menlo"/>
              </a:defRPr>
            </a:pPr>
            <a:r>
              <a:t>name: gradle-java-ci</a:t>
            </a:r>
            <a:br/>
            <a:r>
              <a:t>image: gradle:8-jdk17</a:t>
            </a:r>
            <a:br/>
            <a:r>
              <a:t>steps:</a:t>
            </a:r>
            <a:br/>
            <a:r>
              <a:t>  - name: build</a:t>
            </a:r>
            <a:br/>
            <a:r>
              <a:t>    commands:</a:t>
            </a:r>
            <a:br/>
            <a:r>
              <a:t>      - gradle assemble</a:t>
            </a:r>
            <a:br/>
            <a:r>
              <a:t>    on_failure:</a:t>
            </a:r>
            <a:br/>
            <a:r>
              <a:t>      callback_command: abort</a:t>
            </a:r>
            <a:br/>
            <a:br/>
            <a:r>
              <a:t>  - name: pmd</a:t>
            </a:r>
            <a:br/>
            <a:r>
              <a:t>    depends_on: [build]</a:t>
            </a:r>
            <a:br/>
            <a:r>
              <a:t>    on_failure:</a:t>
            </a:r>
            <a:br/>
            <a:r>
              <a:t>      callback_command: auto_fix</a:t>
            </a:r>
            <a:br/>
            <a:r>
              <a:t>      max_retries: 2</a:t>
            </a:r>
            <a:br/>
            <a:r>
              <a:t>      exceptions:</a:t>
            </a:r>
            <a:br/>
            <a:r>
              <a:t>        ruleset_not_found:</a:t>
            </a:r>
            <a:br/>
            <a:r>
              <a:t>          command: auto_gen_pmd_ruleset</a:t>
            </a:r>
            <a:br/>
            <a:r>
              <a:t>          max_retries: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0000" y="1152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0" y="144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Docker 容器内执行的 shell 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0" y="1872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on_failure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216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步骤失败后的处理策略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0" y="2592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callback_command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0" y="288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发给 LLM 的指令（枚举值）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0" y="3311999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max_retries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360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重试上限（熔断器）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0" y="4031999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exceptions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432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stderr 模式 -&gt; 特定处理器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4752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Menlo"/>
              </a:defRPr>
            </a:pPr>
            <a:r>
              <a:t>context_paths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504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LLM 被允许读取的文件列表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Harness Engineering 驾驭工程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PingFang SC"/>
              </a:defRPr>
            </a:pPr>
            <a:r>
              <a:t>Harness = 包裹在非确定性 LLM 外层的确定性控制平面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54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PingFang SC"/>
              </a:defRPr>
            </a:pPr>
            <a:r>
              <a:t>"让 LLM 更聪明"是次要的，"让 LLM 嵌入一个永不失控的 harness"才是工程化重点。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确定性控制平面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0000" y="216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pipelight（Rust）状态机 + DAG 调度决定流程走向，LLM 零自主权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77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有界自治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2772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每个 CallbackCommand 带 max_retries，配额耗尽即 fail-close，无死循环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显式契约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3384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pipelight &lt;-&gt; LLM 接口是严格 JSON + CallbackCommand 枚举，无自由文本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99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职责隔离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996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容器跑命令 / Harness 做决策 / LLM 做修复——三层互不越权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60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最小权限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460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LLM 只能读 context_paths 列出的文件，只能通过 pipelight retry 触发重试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219999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ingFang SC"/>
              </a:defRPr>
            </a:pPr>
            <a:r>
              <a:t>失败分类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0" y="5219999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CallbackCommand 枚举把失败分为 retry / skip / abort 三族，非「看着办」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三层 Harness 拓扑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3420000" cy="144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332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PingFang SC"/>
              </a:defRPr>
            </a:pPr>
            <a:r>
              <a:t>Docker 容器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执行 shell 命令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产出 stdout / stderr / exit_code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不做任何决策，只跑完返回退出码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8000" y="1260000"/>
            <a:ext cx="3420000" cy="1440000"/>
          </a:xfrm>
          <a:prstGeom prst="roundRect">
            <a:avLst/>
          </a:prstGeom>
          <a:solidFill>
            <a:srgbClr val="3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000" y="1332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0"/>
                </a:solidFill>
                <a:latin typeface="PingFang SC"/>
              </a:defRPr>
            </a:pPr>
            <a:r>
              <a:t>Pipelight (Rust)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000" y="180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enlo"/>
              </a:defRPr>
            </a:pPr>
            <a:r>
              <a:t>match_exception(stderr)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查 pipeline.yml 的 on_failure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决定: retry / skip / abort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输出结构化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6000" y="1260000"/>
            <a:ext cx="3420000" cy="144000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6000" y="1332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PingFang SC"/>
              </a:defRPr>
            </a:pPr>
            <a:r>
              <a:t>LLM (Claude)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6000" y="180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读 on_failure.command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查 skill 回调命令处理表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执行: 修代码 / 生成配置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调用 pipelight retry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exit_code + stderr  -------&gt;  CallbackCommand (JSON)  -------&gt;  具体动作 + 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4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PingFang SC"/>
              </a:defRPr>
            </a:pPr>
            <a:r>
              <a:t>边界划分: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9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Docker 容器回答:「命令跑完了没？退出码是多少？」 (退出码规则写在 pipeline.yml)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42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Pipelight 回答:「失败了该干什么？」(决策表写在 pipeline.yml，Rust 只做 stderr -&gt; exception_key 翻译)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89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LLM 回答:「按指令具体怎么干？」 (动作定义在 skill 的回调命令处理表)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CallbackCommand: Harness 的指令集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7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PingFang SC"/>
              </a:defRPr>
            </a:pPr>
            <a:r>
              <a:t>可穷举 | 可审计 | 可扩展 —— 永远没有自由文本指令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51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PingFang SC"/>
              </a:defRPr>
            </a:pPr>
            <a:r>
              <a:t>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512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PingFang SC"/>
              </a:defRPr>
            </a:pPr>
            <a:r>
              <a:t>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0" y="151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PingFang SC"/>
              </a:defRPr>
            </a:pPr>
            <a:r>
              <a:t>流水线状态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151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PingFang SC"/>
              </a:defRPr>
            </a:pPr>
            <a:r>
              <a:t>LLM 执行什么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0" y="151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PingFang SC"/>
              </a:defRPr>
            </a:pPr>
            <a:r>
              <a:t>典型场景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87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enlo"/>
              </a:defRPr>
            </a:pPr>
            <a:r>
              <a:t>AutoFix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1872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8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18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读 stderr + 修复源码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0" y="187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编译/测试失败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304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enlo"/>
              </a:defRPr>
            </a:pPr>
            <a:r>
              <a:t>AutoGenPmdRuleset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2304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2304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2304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搜索/生成 PMD 规则集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0" y="230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PMD 规则缺失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2736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Menlo"/>
              </a:defRPr>
            </a:pPr>
            <a:r>
              <a:t>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000" y="273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0" y="273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retryable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273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打印 pong，循环 10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0" y="27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连通性测试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16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enlo"/>
              </a:defRPr>
            </a:pPr>
            <a:r>
              <a:t>GitFail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0000" y="31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Skip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0" y="316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继续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00" y="31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无操作（自动跳过）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0000" y="31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网络/认证失败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36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enlo"/>
              </a:defRPr>
            </a:pPr>
            <a:r>
              <a:t>FailAndSkip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0000" y="36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Skip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0" y="3600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继续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0000" y="360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无操作（自动跳过）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0000" y="360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前置条件缺失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4031999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Menlo"/>
              </a:defRPr>
            </a:pPr>
            <a:r>
              <a:t>RuntimeError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000" y="4031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Abort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0" y="4031999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failed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0000" y="403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报告错误，终止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0000" y="4031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运行时错误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4463999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Menlo"/>
              </a:defRPr>
            </a:pPr>
            <a:r>
              <a:t>Abort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0000" y="4463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Abort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0000" y="4463999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0000" y="4463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报告错误，终止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0000" y="4463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PingFang SC"/>
              </a:defRPr>
            </a:pPr>
            <a:r>
              <a:t>严重代码问题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5075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PingFang SC"/>
              </a:defRPr>
            </a:pPr>
            <a:r>
              <a:t>三族失败响应策略: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5543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PingFang SC"/>
              </a:defRPr>
            </a:pPr>
            <a:r>
              <a:t>Retry 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40000" y="5543999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有界自治修复。max_retries 是熔断器。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594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PingFang SC"/>
              </a:defRPr>
            </a:pPr>
            <a:r>
              <a:t>Skip 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40000" y="5940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降级继续。Harness 自主决策，LLM 完全不介入。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633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PingFang SC"/>
              </a:defRPr>
            </a:pPr>
            <a:r>
              <a:t>Abort 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40000" y="6336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快速失败。保护下游不受污染数据影响。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实战: PMD 规则集自动生成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152000"/>
            <a:ext cx="468000" cy="4680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152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PingFang SC"/>
              </a:defRPr>
            </a:pPr>
            <a:r>
              <a:t>容器执行 PMD 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1152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未找到 pmd-ruleset.xml -&gt; 输出 PIPELIGHT_CALLBACK:auto_gen_pmd_ruleset -&gt; exit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800000"/>
            <a:ext cx="468000" cy="4680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1800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PingFang SC"/>
              </a:defRPr>
            </a:pPr>
            <a:r>
              <a:t>Pipelight 输出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180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match_exception -&gt; ruleset_not_found -&gt; command: auto_gen_pmd_ruleset -&gt; status: retryable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448000"/>
            <a:ext cx="468000" cy="4680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2448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PingFang SC"/>
              </a:defRPr>
            </a:pPr>
            <a:r>
              <a:t>LLM 执行回调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2448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第一轮: 搜索项目中已有 PMD 配置 | 第二轮: 搜索编码规范文档 -&gt; 生成 pmd-ruleset.xml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096000"/>
            <a:ext cx="468000" cy="4680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3096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PingFang SC"/>
              </a:defRPr>
            </a:pPr>
            <a:r>
              <a:t>LLM 触发重试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0" y="3096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pipelight retry --run-id run-001 --step pmd（同一 run-id 关联同一执行上下文）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744000"/>
            <a:ext cx="468000" cy="4680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000" y="3744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PingFang SC"/>
              </a:defRPr>
            </a:pPr>
            <a:r>
              <a:t>容器重新执行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0" y="3744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pmd-ruleset.xml 存在 -&gt; 执行 PMD 扫描 -&gt; PMD Total: 1604 violations -&gt; exit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4392000"/>
            <a:ext cx="468000" cy="4680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000" y="4392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PingFang SC"/>
              </a:defRPr>
            </a:pPr>
            <a:r>
              <a:t>最终 JSON 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4392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PingFang SC"/>
              </a:defRPr>
            </a:pPr>
            <a:r>
              <a:t>steps[pmd].status = success，流水线继续执行后续步骤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PingFang SC"/>
              </a:defRPr>
            </a:pPr>
            <a:r>
              <a:t>Harness 工程要点: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5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pipelight 不告诉 LLM「去搜 docs/」——只发抽象指令 auto_gen_pmd_ruleset，具体怎么搜由 skill 定义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86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retries_remaining=2 是硬上限，两次失败后 skill 强制 --skip pmd 新起 run，无死循环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622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PingFang SC"/>
              </a:defRPr>
            </a:pPr>
            <a:r>
              <a:t>run_id 贯穿全程，初跑 + retry 绑定为同一执行上下文，幂等、可重放、可审计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完整控制链路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enlo"/>
              </a:defRPr>
            </a:pPr>
            <a:r>
              <a:t>[Docker 容器]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0" y="115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执行 pipeline.yml 的 commands，产出 stdout/stderr/exit_code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0" y="1476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0" y="1476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7788"/>
                </a:solidFill>
                <a:latin typeface="Menlo"/>
              </a:defRPr>
            </a:pPr>
            <a:r>
              <a:t>[Executor 层]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7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捕获退出码和输出流，落盘日志到 pipelight-misc/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052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000" y="2052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304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Menlo"/>
              </a:defRPr>
            </a:pPr>
            <a:r>
              <a:t>[StepDef::match_exception()]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2304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用 stderr 特征串匹配 exception_key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62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000" y="262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288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Menlo"/>
              </a:defRPr>
            </a:pPr>
            <a:r>
              <a:t>[查 pipeline.yml]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28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exception_key -&gt; { command, max_retries, context_paths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320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320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345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enlo"/>
              </a:defRPr>
            </a:pPr>
            <a:r>
              <a:t>[CallbackCommandRegistry]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345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CallbackCommand -&gt; Action (Retry / Skip / Abort)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0" y="3780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3780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031999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enlo"/>
              </a:defRPr>
            </a:pPr>
            <a:r>
              <a:t>[JSON 输出]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4031999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结构化输出: status + on_failure.command + retries_remaining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4356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4356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enlo"/>
              </a:defRPr>
            </a:pPr>
            <a: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460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enlo"/>
              </a:defRPr>
            </a:pPr>
            <a:r>
              <a:t>[LLM + Skill]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0000" y="460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按回调命令处理表执行动作，调用 pipelight retry 回到第一步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设计哲学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PingFang SC"/>
              </a:defRPr>
            </a:pPr>
            <a:r>
              <a:t>配置即契约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pipeline.yml 是完整的运行时规格。任何工程师都能在不读 Rust 源码的</a:t>
            </a:r>
            <a:br/>
            <a:r>
              <a:t>前提下审计、修改、回滚 harness 的决策。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9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PingFang SC"/>
              </a:defRPr>
            </a:pPr>
            <a:r>
              <a:t>声明式指令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62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Harness 发出「要什么」(auto_gen_pmd_ruleset)，而非「怎么做」(搜 docs/)。</a:t>
            </a:r>
            <a:br/>
            <a:r>
              <a:t>「怎么做」在 skill 中定义，与 pipelight 完全解耦。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03999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PingFang SC"/>
              </a:defRPr>
            </a:pPr>
            <a:r>
              <a:t>模板与运行时分离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35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Rust 代码 = 烘焙模板（通过 pipelight init 生成 pipeline.yml）</a:t>
            </a:r>
            <a:br/>
            <a:r>
              <a:t>pipeline.yml = 运行时契约（pipelight run 只读它）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21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5C0B"/>
                </a:solidFill>
                <a:latin typeface="PingFang SC"/>
              </a:defRPr>
            </a:pPr>
            <a:r>
              <a:t>人在回路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64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pipeline.yml 对用户完全透明可编辑。</a:t>
            </a:r>
            <a:br/>
            <a:r>
              <a:t>任何 harness 决策都能在 YAML 中核对和覆盖。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22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PingFang SC"/>
              </a:defRPr>
            </a:pPr>
            <a:r>
              <a:t>每层可替换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565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换 Docker 为 Podman、换调度器、换 Claude 为其他 LLM——</a:t>
            </a:r>
            <a:br/>
            <a:r>
              <a:t>层间的 JSON 契约保持稳定。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PingFang SC"/>
              </a:defRPr>
            </a:pPr>
            <a: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0" y="118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核心语言 — 安全、高性能、零成本抽象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72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clap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72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CLI 参数解析 — run / init / retry / status / list / validate /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26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tokio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0" y="226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异步运行时 — 并行步骤执行、Docker 日志流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0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bollard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280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Docker API 客户端 — 不通过 shell 调用 docker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34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petgraph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0" y="334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DAG 构建和拓扑排序，用于步骤调度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serde + serde_yaml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0" y="388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流水线 YAML 序列化 / 反序列化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42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anyhow + thiserror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442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错误处理: anyhow（应用层）+ thiserror（库层）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96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tracing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496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结构化日志（不用 println! 或 log crate）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50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enlo"/>
              </a:defRPr>
            </a:pPr>
            <a:r>
              <a:t>indicatif + 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0" y="5508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PingFang SC"/>
              </a:defRPr>
            </a:pPr>
            <a:r>
              <a:t>终端进度条和彩色输出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Menlo"/>
              </a:defRPr>
            </a:pPr>
            <a:r>
              <a:t>PIPELIGHT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216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本地优先 CLI CI/CD — 无需服务器，无需云端依赖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70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Docker 隔离 — 每个步骤在容器内执行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2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DAG 调度 — 无依赖步骤并行执行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78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AI 原生 — LLM 作为受控执行单元，Harness Engineering 驾驭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43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故障安全 — 有界自治、熔断器、fail-close 默认策略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486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PingFang SC"/>
              </a:defRPr>
            </a:pPr>
            <a:r>
              <a:t>可审计 — 结构化 JSON、持久化运行状态、可重放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7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88"/>
                </a:solidFill>
                <a:latin typeface="Menlo"/>
              </a:defRPr>
            </a:pPr>
            <a:r>
              <a:t>github.com/amwtke/deeparch_cicd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